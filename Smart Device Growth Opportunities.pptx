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4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CB2C11-E94C-4900-A8B1-A90F4345812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CFCC4D-950B-4217-A234-E34E72B608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 advertising on Saturdays.</a:t>
          </a:r>
        </a:p>
      </dgm:t>
    </dgm:pt>
    <dgm:pt modelId="{9454F6EE-F472-4E9A-93C1-6D6779AA1C96}" type="parTrans" cxnId="{0381E60F-40EC-4BF3-9367-B221737D2F9D}">
      <dgm:prSet/>
      <dgm:spPr/>
      <dgm:t>
        <a:bodyPr/>
        <a:lstStyle/>
        <a:p>
          <a:endParaRPr lang="en-US"/>
        </a:p>
      </dgm:t>
    </dgm:pt>
    <dgm:pt modelId="{B9FA5F61-1DA5-4F56-9C02-871B2E538300}" type="sibTrans" cxnId="{0381E60F-40EC-4BF3-9367-B221737D2F9D}">
      <dgm:prSet/>
      <dgm:spPr/>
      <dgm:t>
        <a:bodyPr/>
        <a:lstStyle/>
        <a:p>
          <a:endParaRPr lang="en-US"/>
        </a:p>
      </dgm:t>
    </dgm:pt>
    <dgm:pt modelId="{ED3BAC1F-CF6C-4F77-A0E8-D9CC54254B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 advertising close to 6pm.</a:t>
          </a:r>
        </a:p>
      </dgm:t>
    </dgm:pt>
    <dgm:pt modelId="{9B788ADF-F469-4B81-8FB0-CEA76CA43128}" type="parTrans" cxnId="{1A3DE63F-AA40-4D86-8B4D-C4AB52D145F6}">
      <dgm:prSet/>
      <dgm:spPr/>
      <dgm:t>
        <a:bodyPr/>
        <a:lstStyle/>
        <a:p>
          <a:endParaRPr lang="en-US"/>
        </a:p>
      </dgm:t>
    </dgm:pt>
    <dgm:pt modelId="{977D7DA7-0C8D-4CF4-AD95-C693A48D8BBE}" type="sibTrans" cxnId="{1A3DE63F-AA40-4D86-8B4D-C4AB52D145F6}">
      <dgm:prSet/>
      <dgm:spPr/>
      <dgm:t>
        <a:bodyPr/>
        <a:lstStyle/>
        <a:p>
          <a:endParaRPr lang="en-US"/>
        </a:p>
      </dgm:t>
    </dgm:pt>
    <dgm:pt modelId="{A36DB2A8-08F0-4260-8DB0-2AA2AB5AA1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Emphasize improvements to fitness from ability to track sleep.</a:t>
          </a:r>
        </a:p>
      </dgm:t>
    </dgm:pt>
    <dgm:pt modelId="{AA750CEC-EE9E-4A22-8F13-8F820E562880}" type="parTrans" cxnId="{ABEE5064-C1B7-4D9A-88A1-F381F0E229B2}">
      <dgm:prSet/>
      <dgm:spPr/>
      <dgm:t>
        <a:bodyPr/>
        <a:lstStyle/>
        <a:p>
          <a:endParaRPr lang="en-US"/>
        </a:p>
      </dgm:t>
    </dgm:pt>
    <dgm:pt modelId="{B6D8706F-C631-477A-A9E0-500A967852B5}" type="sibTrans" cxnId="{ABEE5064-C1B7-4D9A-88A1-F381F0E229B2}">
      <dgm:prSet/>
      <dgm:spPr/>
      <dgm:t>
        <a:bodyPr/>
        <a:lstStyle/>
        <a:p>
          <a:endParaRPr lang="en-US"/>
        </a:p>
      </dgm:t>
    </dgm:pt>
    <dgm:pt modelId="{CBD8E2E7-970E-4D88-B6C5-37B1FD01C700}" type="pres">
      <dgm:prSet presAssocID="{BCCB2C11-E94C-4900-A8B1-A90F4345812E}" presName="root" presStyleCnt="0">
        <dgm:presLayoutVars>
          <dgm:dir/>
          <dgm:resizeHandles val="exact"/>
        </dgm:presLayoutVars>
      </dgm:prSet>
      <dgm:spPr/>
    </dgm:pt>
    <dgm:pt modelId="{7F419B4C-0BAA-4BA9-9AD0-28D7721368BC}" type="pres">
      <dgm:prSet presAssocID="{D6CFCC4D-950B-4217-A234-E34E72B60859}" presName="compNode" presStyleCnt="0"/>
      <dgm:spPr/>
    </dgm:pt>
    <dgm:pt modelId="{D7BB1BC9-D7EC-44DC-BCCE-D1640252A857}" type="pres">
      <dgm:prSet presAssocID="{D6CFCC4D-950B-4217-A234-E34E72B60859}" presName="bgRect" presStyleLbl="bgShp" presStyleIdx="0" presStyleCnt="3"/>
      <dgm:spPr/>
    </dgm:pt>
    <dgm:pt modelId="{FB5226BB-10F1-48B9-85BC-6685C38E78E9}" type="pres">
      <dgm:prSet presAssocID="{D6CFCC4D-950B-4217-A234-E34E72B608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032AB96A-1922-4AAD-9755-B07175BACC84}" type="pres">
      <dgm:prSet presAssocID="{D6CFCC4D-950B-4217-A234-E34E72B60859}" presName="spaceRect" presStyleCnt="0"/>
      <dgm:spPr/>
    </dgm:pt>
    <dgm:pt modelId="{585FB0B0-EA71-4006-A82F-D150E37EAA3F}" type="pres">
      <dgm:prSet presAssocID="{D6CFCC4D-950B-4217-A234-E34E72B60859}" presName="parTx" presStyleLbl="revTx" presStyleIdx="0" presStyleCnt="3">
        <dgm:presLayoutVars>
          <dgm:chMax val="0"/>
          <dgm:chPref val="0"/>
        </dgm:presLayoutVars>
      </dgm:prSet>
      <dgm:spPr/>
    </dgm:pt>
    <dgm:pt modelId="{26E6B18F-8F2F-414B-8955-50D66531426C}" type="pres">
      <dgm:prSet presAssocID="{B9FA5F61-1DA5-4F56-9C02-871B2E538300}" presName="sibTrans" presStyleCnt="0"/>
      <dgm:spPr/>
    </dgm:pt>
    <dgm:pt modelId="{1315E34F-B738-4ADE-8142-DB84728017BD}" type="pres">
      <dgm:prSet presAssocID="{ED3BAC1F-CF6C-4F77-A0E8-D9CC54254B44}" presName="compNode" presStyleCnt="0"/>
      <dgm:spPr/>
    </dgm:pt>
    <dgm:pt modelId="{3C1CFE93-10C2-428A-9EFB-5BF9E48753C6}" type="pres">
      <dgm:prSet presAssocID="{ED3BAC1F-CF6C-4F77-A0E8-D9CC54254B44}" presName="bgRect" presStyleLbl="bgShp" presStyleIdx="1" presStyleCnt="3"/>
      <dgm:spPr/>
    </dgm:pt>
    <dgm:pt modelId="{07B79CC4-FC4B-465B-A0A2-3BC1D3B70692}" type="pres">
      <dgm:prSet presAssocID="{ED3BAC1F-CF6C-4F77-A0E8-D9CC54254B4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28B850C-5894-41B2-B50F-C3AD490E0792}" type="pres">
      <dgm:prSet presAssocID="{ED3BAC1F-CF6C-4F77-A0E8-D9CC54254B44}" presName="spaceRect" presStyleCnt="0"/>
      <dgm:spPr/>
    </dgm:pt>
    <dgm:pt modelId="{A2D4DCC6-872D-4CC9-BFEB-BCFFA3745CCE}" type="pres">
      <dgm:prSet presAssocID="{ED3BAC1F-CF6C-4F77-A0E8-D9CC54254B44}" presName="parTx" presStyleLbl="revTx" presStyleIdx="1" presStyleCnt="3">
        <dgm:presLayoutVars>
          <dgm:chMax val="0"/>
          <dgm:chPref val="0"/>
        </dgm:presLayoutVars>
      </dgm:prSet>
      <dgm:spPr/>
    </dgm:pt>
    <dgm:pt modelId="{480556BA-DDED-4CF3-9D34-7D472B37211A}" type="pres">
      <dgm:prSet presAssocID="{977D7DA7-0C8D-4CF4-AD95-C693A48D8BBE}" presName="sibTrans" presStyleCnt="0"/>
      <dgm:spPr/>
    </dgm:pt>
    <dgm:pt modelId="{47725095-F966-4E7C-AA63-D6CE9A263052}" type="pres">
      <dgm:prSet presAssocID="{A36DB2A8-08F0-4260-8DB0-2AA2AB5AA1C3}" presName="compNode" presStyleCnt="0"/>
      <dgm:spPr/>
    </dgm:pt>
    <dgm:pt modelId="{758A7968-73F1-4E74-B3C9-8A9D75DFC1A4}" type="pres">
      <dgm:prSet presAssocID="{A36DB2A8-08F0-4260-8DB0-2AA2AB5AA1C3}" presName="bgRect" presStyleLbl="bgShp" presStyleIdx="2" presStyleCnt="3"/>
      <dgm:spPr/>
    </dgm:pt>
    <dgm:pt modelId="{EE7B2091-54E1-485F-83D5-2799A1F8C2FF}" type="pres">
      <dgm:prSet presAssocID="{A36DB2A8-08F0-4260-8DB0-2AA2AB5AA1C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41EB9ABD-2310-48D6-A132-AC4A98C31C06}" type="pres">
      <dgm:prSet presAssocID="{A36DB2A8-08F0-4260-8DB0-2AA2AB5AA1C3}" presName="spaceRect" presStyleCnt="0"/>
      <dgm:spPr/>
    </dgm:pt>
    <dgm:pt modelId="{8ED4B133-3FC4-4A20-800A-6DBF2B9565C6}" type="pres">
      <dgm:prSet presAssocID="{A36DB2A8-08F0-4260-8DB0-2AA2AB5AA1C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381E60F-40EC-4BF3-9367-B221737D2F9D}" srcId="{BCCB2C11-E94C-4900-A8B1-A90F4345812E}" destId="{D6CFCC4D-950B-4217-A234-E34E72B60859}" srcOrd="0" destOrd="0" parTransId="{9454F6EE-F472-4E9A-93C1-6D6779AA1C96}" sibTransId="{B9FA5F61-1DA5-4F56-9C02-871B2E538300}"/>
    <dgm:cxn modelId="{1A3DE63F-AA40-4D86-8B4D-C4AB52D145F6}" srcId="{BCCB2C11-E94C-4900-A8B1-A90F4345812E}" destId="{ED3BAC1F-CF6C-4F77-A0E8-D9CC54254B44}" srcOrd="1" destOrd="0" parTransId="{9B788ADF-F469-4B81-8FB0-CEA76CA43128}" sibTransId="{977D7DA7-0C8D-4CF4-AD95-C693A48D8BBE}"/>
    <dgm:cxn modelId="{ABEE5064-C1B7-4D9A-88A1-F381F0E229B2}" srcId="{BCCB2C11-E94C-4900-A8B1-A90F4345812E}" destId="{A36DB2A8-08F0-4260-8DB0-2AA2AB5AA1C3}" srcOrd="2" destOrd="0" parTransId="{AA750CEC-EE9E-4A22-8F13-8F820E562880}" sibTransId="{B6D8706F-C631-477A-A9E0-500A967852B5}"/>
    <dgm:cxn modelId="{69C3D274-4F9B-4C0D-AF49-698C227E2A30}" type="presOf" srcId="{A36DB2A8-08F0-4260-8DB0-2AA2AB5AA1C3}" destId="{8ED4B133-3FC4-4A20-800A-6DBF2B9565C6}" srcOrd="0" destOrd="0" presId="urn:microsoft.com/office/officeart/2018/2/layout/IconVerticalSolidList"/>
    <dgm:cxn modelId="{26C46887-E794-4CF2-88F2-25B298DB2DC9}" type="presOf" srcId="{D6CFCC4D-950B-4217-A234-E34E72B60859}" destId="{585FB0B0-EA71-4006-A82F-D150E37EAA3F}" srcOrd="0" destOrd="0" presId="urn:microsoft.com/office/officeart/2018/2/layout/IconVerticalSolidList"/>
    <dgm:cxn modelId="{B763D59A-CC05-4C46-BCAB-15786A983C33}" type="presOf" srcId="{BCCB2C11-E94C-4900-A8B1-A90F4345812E}" destId="{CBD8E2E7-970E-4D88-B6C5-37B1FD01C700}" srcOrd="0" destOrd="0" presId="urn:microsoft.com/office/officeart/2018/2/layout/IconVerticalSolidList"/>
    <dgm:cxn modelId="{E52BCDB3-6FE0-49F3-94BA-6B68F23AA805}" type="presOf" srcId="{ED3BAC1F-CF6C-4F77-A0E8-D9CC54254B44}" destId="{A2D4DCC6-872D-4CC9-BFEB-BCFFA3745CCE}" srcOrd="0" destOrd="0" presId="urn:microsoft.com/office/officeart/2018/2/layout/IconVerticalSolidList"/>
    <dgm:cxn modelId="{EEAC392C-788B-40F1-9EED-6F4D464DC6DC}" type="presParOf" srcId="{CBD8E2E7-970E-4D88-B6C5-37B1FD01C700}" destId="{7F419B4C-0BAA-4BA9-9AD0-28D7721368BC}" srcOrd="0" destOrd="0" presId="urn:microsoft.com/office/officeart/2018/2/layout/IconVerticalSolidList"/>
    <dgm:cxn modelId="{A3CEF4AB-4D0D-4D7E-81EC-229EC359741F}" type="presParOf" srcId="{7F419B4C-0BAA-4BA9-9AD0-28D7721368BC}" destId="{D7BB1BC9-D7EC-44DC-BCCE-D1640252A857}" srcOrd="0" destOrd="0" presId="urn:microsoft.com/office/officeart/2018/2/layout/IconVerticalSolidList"/>
    <dgm:cxn modelId="{434D8176-F6DC-4BC1-B72C-5A57DAA7E397}" type="presParOf" srcId="{7F419B4C-0BAA-4BA9-9AD0-28D7721368BC}" destId="{FB5226BB-10F1-48B9-85BC-6685C38E78E9}" srcOrd="1" destOrd="0" presId="urn:microsoft.com/office/officeart/2018/2/layout/IconVerticalSolidList"/>
    <dgm:cxn modelId="{A98F9E24-22A6-495E-A945-CD4FC873D42B}" type="presParOf" srcId="{7F419B4C-0BAA-4BA9-9AD0-28D7721368BC}" destId="{032AB96A-1922-4AAD-9755-B07175BACC84}" srcOrd="2" destOrd="0" presId="urn:microsoft.com/office/officeart/2018/2/layout/IconVerticalSolidList"/>
    <dgm:cxn modelId="{8FE7D790-FE6D-479F-ACC6-F2A2559AD6BD}" type="presParOf" srcId="{7F419B4C-0BAA-4BA9-9AD0-28D7721368BC}" destId="{585FB0B0-EA71-4006-A82F-D150E37EAA3F}" srcOrd="3" destOrd="0" presId="urn:microsoft.com/office/officeart/2018/2/layout/IconVerticalSolidList"/>
    <dgm:cxn modelId="{2CC996E0-BE35-4EFA-886D-3B39211D8FA2}" type="presParOf" srcId="{CBD8E2E7-970E-4D88-B6C5-37B1FD01C700}" destId="{26E6B18F-8F2F-414B-8955-50D66531426C}" srcOrd="1" destOrd="0" presId="urn:microsoft.com/office/officeart/2018/2/layout/IconVerticalSolidList"/>
    <dgm:cxn modelId="{E1BF65DF-AE54-43AB-B7B7-ED4E17A05282}" type="presParOf" srcId="{CBD8E2E7-970E-4D88-B6C5-37B1FD01C700}" destId="{1315E34F-B738-4ADE-8142-DB84728017BD}" srcOrd="2" destOrd="0" presId="urn:microsoft.com/office/officeart/2018/2/layout/IconVerticalSolidList"/>
    <dgm:cxn modelId="{13C8802D-CC39-4184-AD73-D9EC5AF9B620}" type="presParOf" srcId="{1315E34F-B738-4ADE-8142-DB84728017BD}" destId="{3C1CFE93-10C2-428A-9EFB-5BF9E48753C6}" srcOrd="0" destOrd="0" presId="urn:microsoft.com/office/officeart/2018/2/layout/IconVerticalSolidList"/>
    <dgm:cxn modelId="{D3CF0D23-9577-45FB-9DEE-7E8797E61340}" type="presParOf" srcId="{1315E34F-B738-4ADE-8142-DB84728017BD}" destId="{07B79CC4-FC4B-465B-A0A2-3BC1D3B70692}" srcOrd="1" destOrd="0" presId="urn:microsoft.com/office/officeart/2018/2/layout/IconVerticalSolidList"/>
    <dgm:cxn modelId="{1C05BA31-10D4-44CA-9D9F-0749E6E56079}" type="presParOf" srcId="{1315E34F-B738-4ADE-8142-DB84728017BD}" destId="{828B850C-5894-41B2-B50F-C3AD490E0792}" srcOrd="2" destOrd="0" presId="urn:microsoft.com/office/officeart/2018/2/layout/IconVerticalSolidList"/>
    <dgm:cxn modelId="{015452F0-A3AE-41B7-BBF1-D69BDD710F2D}" type="presParOf" srcId="{1315E34F-B738-4ADE-8142-DB84728017BD}" destId="{A2D4DCC6-872D-4CC9-BFEB-BCFFA3745CCE}" srcOrd="3" destOrd="0" presId="urn:microsoft.com/office/officeart/2018/2/layout/IconVerticalSolidList"/>
    <dgm:cxn modelId="{61CFA8A1-F0B7-43A3-8FB7-18C332CD2199}" type="presParOf" srcId="{CBD8E2E7-970E-4D88-B6C5-37B1FD01C700}" destId="{480556BA-DDED-4CF3-9D34-7D472B37211A}" srcOrd="3" destOrd="0" presId="urn:microsoft.com/office/officeart/2018/2/layout/IconVerticalSolidList"/>
    <dgm:cxn modelId="{4B79F494-CD52-404C-86AC-165308A565D4}" type="presParOf" srcId="{CBD8E2E7-970E-4D88-B6C5-37B1FD01C700}" destId="{47725095-F966-4E7C-AA63-D6CE9A263052}" srcOrd="4" destOrd="0" presId="urn:microsoft.com/office/officeart/2018/2/layout/IconVerticalSolidList"/>
    <dgm:cxn modelId="{EF56B313-51B3-4C50-B36F-B5487EFBFDD8}" type="presParOf" srcId="{47725095-F966-4E7C-AA63-D6CE9A263052}" destId="{758A7968-73F1-4E74-B3C9-8A9D75DFC1A4}" srcOrd="0" destOrd="0" presId="urn:microsoft.com/office/officeart/2018/2/layout/IconVerticalSolidList"/>
    <dgm:cxn modelId="{62DF2C57-B51D-4B7E-8787-CB0DE393484B}" type="presParOf" srcId="{47725095-F966-4E7C-AA63-D6CE9A263052}" destId="{EE7B2091-54E1-485F-83D5-2799A1F8C2FF}" srcOrd="1" destOrd="0" presId="urn:microsoft.com/office/officeart/2018/2/layout/IconVerticalSolidList"/>
    <dgm:cxn modelId="{14860347-C23E-4072-942A-2BF026B7A779}" type="presParOf" srcId="{47725095-F966-4E7C-AA63-D6CE9A263052}" destId="{41EB9ABD-2310-48D6-A132-AC4A98C31C06}" srcOrd="2" destOrd="0" presId="urn:microsoft.com/office/officeart/2018/2/layout/IconVerticalSolidList"/>
    <dgm:cxn modelId="{06432263-6591-45D7-AF89-2E31F33A7A49}" type="presParOf" srcId="{47725095-F966-4E7C-AA63-D6CE9A263052}" destId="{8ED4B133-3FC4-4A20-800A-6DBF2B9565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B1BC9-D7EC-44DC-BCCE-D1640252A857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5226BB-10F1-48B9-85BC-6685C38E78E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FB0B0-EA71-4006-A82F-D150E37EAA3F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Focus advertising on Saturdays.</a:t>
          </a:r>
        </a:p>
      </dsp:txBody>
      <dsp:txXfrm>
        <a:off x="1435590" y="531"/>
        <a:ext cx="9080009" cy="1242935"/>
      </dsp:txXfrm>
    </dsp:sp>
    <dsp:sp modelId="{3C1CFE93-10C2-428A-9EFB-5BF9E48753C6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B79CC4-FC4B-465B-A0A2-3BC1D3B70692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4DCC6-872D-4CC9-BFEB-BCFFA3745CCE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Focus advertising close to 6pm.</a:t>
          </a:r>
        </a:p>
      </dsp:txBody>
      <dsp:txXfrm>
        <a:off x="1435590" y="1554201"/>
        <a:ext cx="9080009" cy="1242935"/>
      </dsp:txXfrm>
    </dsp:sp>
    <dsp:sp modelId="{758A7968-73F1-4E74-B3C9-8A9D75DFC1A4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B2091-54E1-485F-83D5-2799A1F8C2FF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D4B133-3FC4-4A20-800A-6DBF2B9565C6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Emphasize improvements to fitness from ability to track sleep.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EBC1-DC06-DF7A-34E5-9784966C5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9DBD9-D5D6-9ADC-D5E5-ADC8DF727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E4CC8-39FD-DCC8-EBB4-8CACF8C14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A9D4-77C1-480C-B3E6-91DD7F6616B6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7E590-1285-5E0C-8221-C78D1FBE8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F8238-BA4F-3058-3055-D8D809D7D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E4FB-52F9-4246-B3A4-84AB38006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2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D7363-1EEC-1D27-4AD0-FB9BB3577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4B791-4C85-FF1B-F650-C230DB9ED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288EC-9A36-1CD6-D6D6-967A2D7A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A9D4-77C1-480C-B3E6-91DD7F6616B6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86D35-C61D-13B8-9B10-26DE8B1F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27248-5839-61B9-87D4-A9FE4C5B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E4FB-52F9-4246-B3A4-84AB38006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9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6478-2CDD-7909-CDA4-1681DDC61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EC012-E603-4EE1-D093-FA8A45B58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32333-030B-1D64-522C-5DAAAA9C9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A9D4-77C1-480C-B3E6-91DD7F6616B6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575F1-EF93-D599-6743-362E2384C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E2EAE-2DCD-4431-935E-1BF6A3B4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E4FB-52F9-4246-B3A4-84AB38006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83047-D5F4-9DFE-7BEE-D2D552191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1361A-198D-F72D-BD8D-8D3C833A0F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E223B-3B12-1C4A-1899-2118BDBDB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2C5D3-FDCE-EA2E-A7A3-2EE72685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A9D4-77C1-480C-B3E6-91DD7F6616B6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FD6FF-832B-0F17-493E-63892B68B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337E9-7944-DD0C-54F8-8AE62067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E4FB-52F9-4246-B3A4-84AB38006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5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7BF8E-9E73-CE9F-11F9-23F70139B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31C1C-0452-A9C8-1F03-45B30CC27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8A60E-6C18-A093-A33B-129B95B59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8ABB1-CE59-E77C-FE31-1F3D54FAB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3D850A-1748-FF1C-AE92-63AC42345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0125C-1C60-1137-7A50-AFC3247E8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A9D4-77C1-480C-B3E6-91DD7F6616B6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65B24A-DC21-25A3-10A7-B0FF9506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58BAC-5653-DD97-1310-3DC0A7FB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E4FB-52F9-4246-B3A4-84AB38006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3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84D9A-294A-1E7D-0D53-875BB1EE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7A2470-3910-92A0-4386-95524D09E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A9D4-77C1-480C-B3E6-91DD7F6616B6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C740E4-6B96-36C5-0FFF-2F35E98BC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18B3D-FAAF-6324-D0C0-F1964CD0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E4FB-52F9-4246-B3A4-84AB38006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5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AE1238-0EA0-57DF-808C-EE668AF7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A9D4-77C1-480C-B3E6-91DD7F6616B6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A23F4-A162-42D4-0E50-122D84403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39FA3-A2C0-8C38-3744-F2031D0C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E4FB-52F9-4246-B3A4-84AB38006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662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8350-11E8-9605-0193-625C4E46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F9F43-B0E3-02B4-6A7D-76A2E63A4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E990B-7CD6-0ACE-EE01-DFC481154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F8DE3-AF0E-5E22-50F2-69D80EFB1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A9D4-77C1-480C-B3E6-91DD7F6616B6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C6863-9A17-024C-96C2-104F0E7D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79509-9F9D-3B87-C23B-AAE78A120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E4FB-52F9-4246-B3A4-84AB38006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6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05CC-8844-72D6-A040-163B69E3A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EC568-2F39-5E55-1D87-FDF575F641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78FDF-6E73-5C4A-DC53-82DA850F9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751E5-E3E2-EB5C-8FB1-D36198660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A9D4-77C1-480C-B3E6-91DD7F6616B6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51676-25AA-098D-8678-76134E24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0FAA4-7DBC-2627-A222-468CE6F01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E4FB-52F9-4246-B3A4-84AB38006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3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D817C-6BFF-9C46-FA06-C3DC5D16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74906-F6D3-6079-3609-3C301E9D6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E36E0-2BFA-8B85-BE56-9DEDBBD88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A9D4-77C1-480C-B3E6-91DD7F6616B6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94A96-C4A9-1C22-CE2E-0C3C226FB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6612B-2F8F-9CCE-A0B7-2CBF5D6C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E4FB-52F9-4246-B3A4-84AB38006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7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3C63B6-B14F-96A1-1AF0-B78B781215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5011C-1569-1AAE-27C6-CFD6436DD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CF9E-A303-D202-6A84-7D720F31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A9D4-77C1-480C-B3E6-91DD7F6616B6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9E00C-84E1-3893-9FD8-F5007548C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D3854-2871-0034-1B27-7F43E323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8E4FB-52F9-4246-B3A4-84AB38006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2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1D03E7-BAD8-9C8B-9C80-7A2ADA90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1AA90-FD40-CC35-C628-20A601050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75DDD-1260-40B2-697A-86FF906D05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FA9D4-77C1-480C-B3E6-91DD7F6616B6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9C71F-2E8D-6DF1-AAD1-F457B40BA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FA467-5648-30CE-18F1-F1D48E36B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08E4FB-52F9-4246-B3A4-84AB38006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1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kaggle.com/datasets/arashnic/fitb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CF7D9B-081F-A62D-153F-14B8E01D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6100">
                <a:solidFill>
                  <a:schemeClr val="bg1"/>
                </a:solidFill>
              </a:rPr>
              <a:t>Smart Device Growth Opportunities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E67BF4-5823-ED2C-25C4-CD4A9EFF1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US" sz="1500" dirty="0">
                <a:solidFill>
                  <a:schemeClr val="bg1"/>
                </a:solidFill>
              </a:rPr>
              <a:t>What can trends in smart device use tell us about marketing opportunities?</a:t>
            </a:r>
          </a:p>
          <a:p>
            <a:pPr algn="l"/>
            <a:r>
              <a:rPr lang="en-US" sz="1500" dirty="0">
                <a:solidFill>
                  <a:schemeClr val="bg1"/>
                </a:solidFill>
              </a:rPr>
              <a:t>Richard Overman</a:t>
            </a:r>
          </a:p>
          <a:p>
            <a:pPr algn="l"/>
            <a:r>
              <a:rPr lang="en-US" sz="1500">
                <a:solidFill>
                  <a:schemeClr val="bg1"/>
                </a:solidFill>
              </a:rPr>
              <a:t>02/02/26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027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567A22-EC8A-D486-A039-E74D24A07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Purpose: Find Trends in Smart Device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61736-4F0A-3038-B0A2-4B85194AE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Data Used: </a:t>
            </a:r>
            <a:r>
              <a:rPr lang="en-US" sz="2000" dirty="0" err="1"/>
              <a:t>FitBit</a:t>
            </a:r>
            <a:r>
              <a:rPr lang="en-US" sz="2000" dirty="0"/>
              <a:t> Fitness Tracker Dataset: </a:t>
            </a:r>
            <a:r>
              <a:rPr lang="en-US" sz="1600" dirty="0">
                <a:hlinkClick r:id="rId2"/>
              </a:rPr>
              <a:t>https://www.kaggle.com/datasets/arashnic/fitbit</a:t>
            </a:r>
            <a:endParaRPr lang="en-US" sz="1600" dirty="0"/>
          </a:p>
          <a:p>
            <a:r>
              <a:rPr lang="en-US" sz="2000" dirty="0"/>
              <a:t>Data Preparation: Merging of Daily Activity and Sleep Datasets</a:t>
            </a:r>
          </a:p>
          <a:p>
            <a:r>
              <a:rPr lang="en-US" sz="2000" dirty="0"/>
              <a:t>Analysis: Comparison across multiple categories, day of week, time of day.</a:t>
            </a:r>
          </a:p>
          <a:p>
            <a:endParaRPr lang="en-US" sz="2000" dirty="0"/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DDA58DFC-870E-6C8B-2689-8E5937BA9B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757" r="5187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5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E098F-CFFD-FB11-D3DF-1E54F7B2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762001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US" sz="3700"/>
              <a:t>Total population of samples in Daily Activity dataset.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9ACA2-BDCE-E2B6-AFBF-9A18A0D04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3" y="2470244"/>
            <a:ext cx="4080361" cy="3769834"/>
          </a:xfrm>
        </p:spPr>
        <p:txBody>
          <a:bodyPr anchor="ctr">
            <a:normAutofit/>
          </a:bodyPr>
          <a:lstStyle/>
          <a:p>
            <a:r>
              <a:rPr lang="en-US" sz="2000"/>
              <a:t>Top population includes devices with 24 hours (1440 minutes) of sedentary minutes – devices not worn all day.</a:t>
            </a:r>
          </a:p>
          <a:p>
            <a:r>
              <a:rPr lang="en-US" sz="2000"/>
              <a:t>Bottom population suspected to be devices worn 24 hours.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61915E-BCAB-2FB1-BD1B-F8A3007A0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968" y="1059652"/>
            <a:ext cx="6435632" cy="482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25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6C15EE-CAE7-6B53-168E-969E8593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Average Usage per Day / Week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EE2935D-D41A-9729-94C4-1E132D930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119713"/>
            <a:ext cx="5846836" cy="4385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12FDFF-AFE8-599A-3981-B87987ABB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119713"/>
            <a:ext cx="5846835" cy="438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13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ABBA8-4CBD-6A1B-65DB-83FC979D6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Merged Daily Activity with Sleep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FDCEED-B76C-44F6-AF8A-E2C70C167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119713"/>
            <a:ext cx="5846836" cy="43851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8B9F03-8741-AEEF-1941-DA7027AFF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119714"/>
            <a:ext cx="5846835" cy="438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66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AF5A-F37C-9E6D-9E08-D510AD51F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8EB5207-2B92-FB7D-7E37-F4E636A6CD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1971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148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Smart Device Growth Opportunities</vt:lpstr>
      <vt:lpstr>Purpose: Find Trends in Smart Device Data</vt:lpstr>
      <vt:lpstr>Total population of samples in Daily Activity dataset.</vt:lpstr>
      <vt:lpstr>Average Usage per Day / Week</vt:lpstr>
      <vt:lpstr>Merged Daily Activity with Sleep Data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Overman</dc:creator>
  <cp:lastModifiedBy>Richard Overman</cp:lastModifiedBy>
  <cp:revision>3</cp:revision>
  <dcterms:created xsi:type="dcterms:W3CDTF">2026-01-30T12:46:41Z</dcterms:created>
  <dcterms:modified xsi:type="dcterms:W3CDTF">2026-02-03T03:03:52Z</dcterms:modified>
</cp:coreProperties>
</file>